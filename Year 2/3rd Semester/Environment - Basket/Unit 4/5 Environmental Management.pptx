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3EBE2-EBFE-07D5-8A0F-49BB25A7B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environmental-managemen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environmental-managemen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environmental-managemen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environmental-managemen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environmental-managemen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environmental-managemen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environmental-managemen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environmental-managemen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environmental-managemen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environmental-managemen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environmental-managemen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environmental-managemen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environmental-managemen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environmental-managemen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environmental-managemen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environmental-managemen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environmental-managemen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environmental-management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environmental-management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environmental-management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environmental-management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environmental-management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environmental-management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environmental-management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shashimar8@gmail.com</cp:lastModifiedBy>
  <cp:revision>2</cp:revision>
  <dcterms:created xsi:type="dcterms:W3CDTF">2013-01-27T09:14:16Z</dcterms:created>
  <dcterms:modified xsi:type="dcterms:W3CDTF">2024-02-11T16:29:08Z</dcterms:modified>
  <cp:category/>
</cp:coreProperties>
</file>