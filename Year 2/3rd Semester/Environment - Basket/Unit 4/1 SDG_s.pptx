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3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276" r:id="rId37"/>
  </p:sldIdLst>
  <p:sldSz cx="6083300" cy="3422650"/>
  <p:notesSz cx="6083300" cy="34226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3798" y="18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6247" y="1061021"/>
            <a:ext cx="5170805" cy="7187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2495" y="1916684"/>
            <a:ext cx="4258310" cy="855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4165" y="787209"/>
            <a:ext cx="2646235" cy="22589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32899" y="787209"/>
            <a:ext cx="2646235" cy="22589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165" y="136906"/>
            <a:ext cx="5474970" cy="5476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4165" y="787209"/>
            <a:ext cx="5474970" cy="22589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68322" y="3183064"/>
            <a:ext cx="1946656" cy="171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4165" y="3183064"/>
            <a:ext cx="1399159" cy="171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9976" y="3183064"/>
            <a:ext cx="1399159" cy="171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01-sustainable-development-goals-1-638.jpg">
            <a:extLst>
              <a:ext uri="{FF2B5EF4-FFF2-40B4-BE49-F238E27FC236}">
                <a16:creationId xmlns:a16="http://schemas.microsoft.com/office/drawing/2014/main" id="{E630A10E-33C3-E09D-0CAD-28F4757E5E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9" t="3247" r="1149" b="3247"/>
          <a:stretch/>
        </p:blipFill>
        <p:spPr>
          <a:xfrm>
            <a:off x="69850" y="111124"/>
            <a:ext cx="5943600" cy="32004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00074"/>
            <a:ext cx="4591050" cy="2305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sustainable-development-goal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299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sustainable-development-goal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6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sustainable-development-goal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2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sustainable-development-goal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ustainable-development-goal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057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sustainable-development-goal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5274"/>
            <a:ext cx="5029200" cy="29813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599"/>
            <a:ext cx="5029200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2399"/>
            <a:ext cx="5029200" cy="304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5274"/>
            <a:ext cx="5029200" cy="26765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5274"/>
            <a:ext cx="5029200" cy="29813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599"/>
            <a:ext cx="4953000" cy="28955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0"/>
            <a:ext cx="5029200" cy="30575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599"/>
            <a:ext cx="5029200" cy="31908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5274"/>
            <a:ext cx="4953000" cy="27622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5274"/>
            <a:ext cx="4953000" cy="31241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599"/>
            <a:ext cx="5029200" cy="31908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599"/>
            <a:ext cx="4953000" cy="26765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5274"/>
            <a:ext cx="5029200" cy="29051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5274"/>
            <a:ext cx="5029200" cy="29051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599"/>
            <a:ext cx="4953000" cy="28289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599"/>
            <a:ext cx="5029200" cy="29813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599"/>
            <a:ext cx="5029200" cy="27431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sustainable-development-goals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299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sustainable-development-goals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299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sustainable-development-goals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sustainable-development-goals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sustainable-development-goals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sustainable-development-goals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sustainable-development-goals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sustainable-development-goals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sustainable-development-goals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sustainable-development-goals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8330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1571624"/>
            <a:ext cx="1600200" cy="3333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Custom</PresentationFormat>
  <Paragraphs>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shashimar8@gmail.com</cp:lastModifiedBy>
  <cp:revision>3</cp:revision>
  <dcterms:created xsi:type="dcterms:W3CDTF">2024-02-11T16:41:52Z</dcterms:created>
  <dcterms:modified xsi:type="dcterms:W3CDTF">2024-02-11T16:47:17Z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2024-02-11T00:00:00Z</vt:filetime>
  </property>
</Properties>
</file>