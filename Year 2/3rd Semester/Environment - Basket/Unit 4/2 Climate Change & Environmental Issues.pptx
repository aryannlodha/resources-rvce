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4" d="100"/>
          <a:sy n="154" d="100"/>
        </p:scale>
        <p:origin x="2004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-climate-change-powerpoint-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climate-change-powerpoint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climate-change-powerpoint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climate-change-powerpoint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climate-change-powerpoint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climate-change-powerpoint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climate-change-powerpoint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climate-change-powerpoint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climate-change-powerpoint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climate-change-powerpoint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climate-change-powerpoint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climate-change-powerpoint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climate-change-powerpoint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climate-change-powerpoint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-climate-change-powerpoint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-climate-change-powerpoint-1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-climate-change-powerpoint-1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-climate-change-powerpoint-1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-climate-change-powerpoint-1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-climate-change-powerpoint-2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1-climate-change-powerpoint-2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2-climate-change-powerpoint-2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3-climate-change-powerpoint-2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4-climate-change-powerpoint-2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5-climate-change-powerpoint-2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6-climate-change-powerpoint-2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7-climate-change-powerpoint-2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8-climate-change-powerpoint-2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9-climate-change-powerpoint-2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0-climate-change-powerpoint-3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1-climate-change-powerpoint-3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2-climate-change-powerpoint-3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3-climate-change-powerpoint-3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61E89E6-17B3-AA4A-56C4-D85E6D6545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95"/>
          <a:stretch/>
        </p:blipFill>
        <p:spPr bwMode="auto">
          <a:xfrm>
            <a:off x="0" y="1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14CB099-B5C7-1CCE-1FE4-61FD6C96F2FC}"/>
              </a:ext>
            </a:extLst>
          </p:cNvPr>
          <p:cNvSpPr txBox="1"/>
          <p:nvPr/>
        </p:nvSpPr>
        <p:spPr>
          <a:xfrm>
            <a:off x="111967" y="174172"/>
            <a:ext cx="50820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ENVIRONMENTAL ISSUES</a:t>
            </a:r>
            <a:endParaRPr lang="en-IN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global-environmental-issues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global-environmental-issues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global-environmental-issues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global-environmental-issues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global-environmental-issues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global-environmental-issues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global-environmental-issues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global-environmental-issues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global-environmental-issues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global-environmental-issues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global-environmental-issues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global-environmental-issues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global-environmental-issues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-global-environmental-issues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-global-environmental-issues-1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-global-environmental-issues-1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-global-environmental-issues-1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-global-environmental-issues-1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-global-environmental-issues-2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1-global-environmental-issues-2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8-global-environmental-issues-2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</Words>
  <Application>Microsoft Office PowerPoint</Application>
  <PresentationFormat>On-screen Show (4:3)</PresentationFormat>
  <Paragraphs>1</Paragraphs>
  <Slides>55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shashimar8@gmail.com</cp:lastModifiedBy>
  <cp:revision>3</cp:revision>
  <dcterms:created xsi:type="dcterms:W3CDTF">2013-01-27T09:14:16Z</dcterms:created>
  <dcterms:modified xsi:type="dcterms:W3CDTF">2024-02-11T16:09:00Z</dcterms:modified>
  <cp:category/>
</cp:coreProperties>
</file>