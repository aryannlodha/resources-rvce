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45A850-18EF-E19F-EB3D-3787B9D24B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667"/>
          <a:stretch/>
        </p:blipFill>
        <p:spPr>
          <a:xfrm>
            <a:off x="0" y="0"/>
            <a:ext cx="914399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arbon-footprint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arbon-footprint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carbon-footprint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arbon-footprint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arbon-footprint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carbon-footprint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carbon-footprint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arbon-footprint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arbon-footprint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arbon-footprint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carbon-footprint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carbon-footprint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carbon-footprint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carbon-footprint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carbon-footprint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carbon-footprint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carbon-footprint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carbon-footprint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carbon-footprint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carbon-footprint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arbon-footprint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carbon-footprint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carbon-footprint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carbon-footprint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carbon-footprint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carbon-footprint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carbon-footprint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carbon-footprint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carbon-footprint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shashimar8@gmail.com</cp:lastModifiedBy>
  <cp:revision>3</cp:revision>
  <dcterms:created xsi:type="dcterms:W3CDTF">2013-01-27T09:14:16Z</dcterms:created>
  <dcterms:modified xsi:type="dcterms:W3CDTF">2024-02-11T16:25:03Z</dcterms:modified>
  <cp:category/>
</cp:coreProperties>
</file>